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16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CB436-D33B-44F7-375F-E7EA2AE6C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5A1231-F6D7-B957-D9B1-DF0C3C21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888374-9C7B-8AEC-6E6F-C551D00F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F4D-31D0-4762-9F9B-92E3CFB21DBF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C964A7-1DAC-ACF8-0871-93A472E5C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582DEA-29E3-DBC3-9AAF-681266287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A175C-F017-4BE8-836A-9352514DEC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46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0F42E-B046-7455-F424-D5A6F8E01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6C56EB-586C-50FC-6091-2091B55A2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58D8E9-A244-5EBF-A7BC-54800416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F4D-31D0-4762-9F9B-92E3CFB21DBF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E67565-5FC5-84AD-7133-BD534D139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484BE5-2C9B-009A-94BA-98A19884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A175C-F017-4BE8-836A-9352514DEC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638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F42D9-6B42-9073-738F-A4DF6369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A62DF7-0C94-85AC-DFA5-423FECF71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49C02E-5074-5C7C-1DA3-6F7D76690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F4D-31D0-4762-9F9B-92E3CFB21DBF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983973-D7FA-FA0B-B850-21B217220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7C0FE3-95B3-164F-A22D-E07B140A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A175C-F017-4BE8-836A-9352514DEC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68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435E2-1C68-E9F6-5508-61D7AAF70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AFEC6D-A5C0-0BF2-E4AF-44F5A42F0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481481-E60B-BB63-3914-2AC2B95BB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4D9C2D-230B-B184-A1CA-5E40DDECF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F4D-31D0-4762-9F9B-92E3CFB21DBF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C5799C-F320-3A28-038C-9D8659FB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51F5F1-BA3A-C8AF-B854-956D8128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A175C-F017-4BE8-836A-9352514DEC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863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E502E-4203-96F4-8E00-F310AAF31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EAE9B-B2FE-C291-5C8C-676D232EA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6D82D0-1A9A-D041-2A08-BBA8C8D14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013AFB-512B-8DFB-B39C-ABC214B5F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B39310-E2F9-5B69-23D2-DD569B507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718BF41-4551-19A3-694B-47242054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F4D-31D0-4762-9F9B-92E3CFB21DBF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0E1987-E447-CA3A-77B9-9F28427A3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0399B3-639B-885D-4C0A-BB6CF3AAC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A175C-F017-4BE8-836A-9352514DEC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734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24768-DFE5-62F7-B1D7-B4BADB82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9D4DDED-2935-86C5-D5DB-964188F5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F4D-31D0-4762-9F9B-92E3CFB21DBF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861EC9-2A26-1EE3-2AF7-BD4918EE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43F569-CE2B-221B-EBB2-A4D74AE3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A175C-F017-4BE8-836A-9352514DEC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957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8B27E5-B502-24C2-6C23-EDA88897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F4D-31D0-4762-9F9B-92E3CFB21DBF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62BF487-FAC9-7726-BE84-370BBB66E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08CA1F-136A-8515-C061-60DDA25D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A175C-F017-4BE8-836A-9352514DEC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898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2D2F8-2B6A-5ECD-2F5F-DCFE141E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8A8C69-27E5-72D4-40CD-B984599A0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B75BAB-FD71-7063-E76F-2562DE273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83083-1695-B2E7-B7AF-647F1ABAA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F4D-31D0-4762-9F9B-92E3CFB21DBF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D6349B-2EB3-841D-BB32-FD8AF8DE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5990C3-9673-78EE-7C5D-A915126F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A175C-F017-4BE8-836A-9352514DEC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01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65CDE-EECD-FEA6-60CA-EFC980F10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A45005-6EB2-FAFC-8B1B-77BC39D08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EEA178-6789-E52C-30CF-0C13A279F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5744D1-2BA9-686A-CEB2-7FD2D2A92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F4D-31D0-4762-9F9B-92E3CFB21DBF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ABC1B0-6FE4-FED8-8361-62DD472F8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48894B-3ACD-BA2B-3A0B-48B575B7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A175C-F017-4BE8-836A-9352514DEC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163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5487E-3F6A-94E1-21E4-EED66980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A457CF-CB2F-2F09-D848-05ECFD940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FB2C6E-3245-18AC-7661-B04C0DADE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F4D-31D0-4762-9F9B-92E3CFB21DBF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1DD399-BBAA-DF75-09E7-F0AE8D21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6C759-C596-0521-6051-7871D5EBA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A175C-F017-4BE8-836A-9352514DEC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510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BBF380-B133-A4A2-2EEC-E7510D15E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88A9E1-7927-10F1-BF1A-636D9DADC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B7081-C5B2-2E7B-EB19-4D2686DD6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F4D-31D0-4762-9F9B-92E3CFB21DBF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501B04-EED5-FE27-48A4-9481BA0AF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44AF6D-9229-1D19-F031-26022B10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A175C-F017-4BE8-836A-9352514DEC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86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A62BE3B-5266-32A6-A9C7-7558D02DF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D38109-7F44-CE2E-F023-E0DB87E26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03C34F-9EB7-3588-739E-B92EA01A9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46F4D-31D0-4762-9F9B-92E3CFB21DBF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6D7D4-9CC5-663A-54BB-00A540A20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A702E-ACA6-7568-F3AF-4E0DCDF72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A175C-F017-4BE8-836A-9352514DEC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960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C7C9FE2B-5B37-88EE-3D33-043CBBDDA101}"/>
              </a:ext>
            </a:extLst>
          </p:cNvPr>
          <p:cNvGrpSpPr/>
          <p:nvPr/>
        </p:nvGrpSpPr>
        <p:grpSpPr>
          <a:xfrm>
            <a:off x="694481" y="580448"/>
            <a:ext cx="5224507" cy="3804030"/>
            <a:chOff x="694481" y="580448"/>
            <a:chExt cx="5224507" cy="380403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FA3AFEC-BF70-D0E1-C09C-126BF7BD7F7B}"/>
                </a:ext>
              </a:extLst>
            </p:cNvPr>
            <p:cNvSpPr txBox="1"/>
            <p:nvPr/>
          </p:nvSpPr>
          <p:spPr>
            <a:xfrm>
              <a:off x="1419936" y="580448"/>
              <a:ext cx="3393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5</a:t>
              </a:r>
              <a:r>
                <a:rPr lang="ko-KR" altLang="en-US" b="1" dirty="0"/>
                <a:t>주차 </a:t>
              </a:r>
              <a:r>
                <a:rPr lang="en-US" altLang="ko-KR" b="1" dirty="0"/>
                <a:t>The Day </a:t>
              </a:r>
              <a:r>
                <a:rPr lang="ko-KR" altLang="en-US" b="1" dirty="0"/>
                <a:t>어플 개발 내역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1C1D2B6-0EFD-6E3C-8751-4E0D9B7956AD}"/>
                </a:ext>
              </a:extLst>
            </p:cNvPr>
            <p:cNvSpPr txBox="1"/>
            <p:nvPr/>
          </p:nvSpPr>
          <p:spPr>
            <a:xfrm>
              <a:off x="694481" y="1157469"/>
              <a:ext cx="1705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Task </a:t>
              </a:r>
              <a:r>
                <a:rPr lang="ko-KR" altLang="en-US" dirty="0"/>
                <a:t>항목 보강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8198961-DC18-4FA2-393F-2876995F1421}"/>
                </a:ext>
              </a:extLst>
            </p:cNvPr>
            <p:cNvSpPr txBox="1"/>
            <p:nvPr/>
          </p:nvSpPr>
          <p:spPr>
            <a:xfrm>
              <a:off x="694481" y="1644664"/>
              <a:ext cx="2676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Task</a:t>
              </a:r>
              <a:r>
                <a:rPr lang="ko-KR" altLang="en-US" dirty="0"/>
                <a:t>에 맞는 </a:t>
              </a:r>
              <a:r>
                <a:rPr lang="en-US" altLang="ko-KR" dirty="0"/>
                <a:t>D-Day </a:t>
              </a:r>
              <a:r>
                <a:rPr lang="ko-KR" altLang="en-US" dirty="0"/>
                <a:t>셋팅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EAF6B8A-6894-1A0A-ECF1-8127AC5BDA22}"/>
                </a:ext>
              </a:extLst>
            </p:cNvPr>
            <p:cNvSpPr txBox="1"/>
            <p:nvPr/>
          </p:nvSpPr>
          <p:spPr>
            <a:xfrm>
              <a:off x="694481" y="2131859"/>
              <a:ext cx="4119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Task</a:t>
              </a:r>
              <a:r>
                <a:rPr lang="ko-KR" altLang="en-US" dirty="0"/>
                <a:t>를 추가</a:t>
              </a:r>
              <a:r>
                <a:rPr lang="en-US" altLang="ko-KR" dirty="0"/>
                <a:t>/</a:t>
              </a:r>
              <a:r>
                <a:rPr lang="ko-KR" altLang="en-US" dirty="0"/>
                <a:t>삭제할 수 있는 기능 추가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F7338D-A679-5E3B-F9AB-7DFC5CC17F24}"/>
                </a:ext>
              </a:extLst>
            </p:cNvPr>
            <p:cNvSpPr txBox="1"/>
            <p:nvPr/>
          </p:nvSpPr>
          <p:spPr>
            <a:xfrm>
              <a:off x="694481" y="2619054"/>
              <a:ext cx="3566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Task</a:t>
              </a:r>
              <a:r>
                <a:rPr lang="ko-KR" altLang="en-US" dirty="0"/>
                <a:t>를 메모할 수 있는 기능 추가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6F7F59-7EA9-C814-9D80-EA85B203D175}"/>
                </a:ext>
              </a:extLst>
            </p:cNvPr>
            <p:cNvSpPr txBox="1"/>
            <p:nvPr/>
          </p:nvSpPr>
          <p:spPr>
            <a:xfrm>
              <a:off x="694481" y="3096510"/>
              <a:ext cx="4748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카테고리별 진행률이 안 넘어가던 문제 수정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13021A7-2DA7-F884-1BB1-C14F53884FB8}"/>
                </a:ext>
              </a:extLst>
            </p:cNvPr>
            <p:cNvSpPr txBox="1"/>
            <p:nvPr/>
          </p:nvSpPr>
          <p:spPr>
            <a:xfrm>
              <a:off x="694481" y="3555828"/>
              <a:ext cx="5224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초기 설정 다시 하기 눌러도 반응 없던 버그 수정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C1EF5A-B8C7-A81E-ED4A-3C68786F244F}"/>
                </a:ext>
              </a:extLst>
            </p:cNvPr>
            <p:cNvSpPr txBox="1"/>
            <p:nvPr/>
          </p:nvSpPr>
          <p:spPr>
            <a:xfrm>
              <a:off x="694481" y="4015146"/>
              <a:ext cx="5224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초기 설정 다시 하기 눌러도 반응 없던 버그 수정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8556E20-5434-3398-D705-0F0A6B7EEF37}"/>
              </a:ext>
            </a:extLst>
          </p:cNvPr>
          <p:cNvGrpSpPr/>
          <p:nvPr/>
        </p:nvGrpSpPr>
        <p:grpSpPr>
          <a:xfrm>
            <a:off x="6126238" y="443795"/>
            <a:ext cx="5660650" cy="4452982"/>
            <a:chOff x="6126238" y="443795"/>
            <a:chExt cx="5660650" cy="445298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CA0662-821B-45A9-EDBD-BF1DA856C5AC}"/>
                </a:ext>
              </a:extLst>
            </p:cNvPr>
            <p:cNvSpPr txBox="1"/>
            <p:nvPr/>
          </p:nvSpPr>
          <p:spPr>
            <a:xfrm>
              <a:off x="7667555" y="878497"/>
              <a:ext cx="4119333" cy="4018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1800" dirty="0">
                  <a:highlight>
                    <a:srgbClr val="FFFF00"/>
                  </a:highlight>
                </a:rPr>
                <a:t>✅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프로토타입 생성</a:t>
              </a:r>
              <a:endParaRPr lang="en-US" altLang="ko-KR" sz="1800" b="1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800" dirty="0">
                  <a:highlight>
                    <a:srgbClr val="FFFF00"/>
                  </a:highlight>
                </a:rPr>
                <a:t>✅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세부기능 </a:t>
              </a: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–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알림</a:t>
              </a:r>
              <a:endParaRPr lang="en-US" altLang="ko-KR" sz="1800" b="1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800" dirty="0">
                  <a:highlight>
                    <a:srgbClr val="FFFF00"/>
                  </a:highlight>
                </a:rPr>
                <a:t>✅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세부기능 </a:t>
              </a: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–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진행률 대시보드</a:t>
              </a:r>
              <a:endParaRPr lang="en-US" altLang="ko-KR" sz="1800" b="1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800" dirty="0">
                  <a:highlight>
                    <a:srgbClr val="FFFF00"/>
                  </a:highlight>
                </a:rPr>
                <a:t>🟩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세부기능 </a:t>
              </a: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–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빠진 항목 추가</a:t>
              </a:r>
              <a:endParaRPr lang="en-US" altLang="ko-KR" sz="1800" b="1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800" dirty="0">
                  <a:highlight>
                    <a:srgbClr val="FFFF00"/>
                  </a:highlight>
                </a:rPr>
                <a:t>🟩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세부기능 </a:t>
              </a: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– D-Day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현실성 검토</a:t>
              </a:r>
              <a:endParaRPr lang="en-US" altLang="ko-KR" sz="1800" b="1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800" dirty="0">
                  <a:highlight>
                    <a:srgbClr val="FFFF00"/>
                  </a:highlight>
                </a:rPr>
                <a:t>🟩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세부기능 </a:t>
              </a: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–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항목별 설명</a:t>
              </a: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팁 추가</a:t>
              </a:r>
              <a:endParaRPr lang="en-US" altLang="ko-KR" sz="1800" b="1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30000"/>
                </a:lnSpc>
              </a:pPr>
              <a:r>
                <a:rPr lang="ko-KR" altLang="en-US" sz="1800" dirty="0">
                  <a:highlight>
                    <a:srgbClr val="FFFF00"/>
                  </a:highlight>
                </a:rPr>
                <a:t>🟩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세부기능 </a:t>
              </a: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–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항목 직접 추가</a:t>
              </a: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수정</a:t>
              </a: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삭제</a:t>
              </a:r>
              <a:endParaRPr lang="en-US" altLang="ko-KR" sz="1800" b="1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30000"/>
                </a:lnSpc>
              </a:pPr>
              <a:r>
                <a:rPr lang="ko-KR" altLang="en-US" sz="1800" dirty="0">
                  <a:highlight>
                    <a:srgbClr val="FFFF00"/>
                  </a:highlight>
                </a:rPr>
                <a:t>🟩 </a:t>
              </a:r>
              <a:r>
                <a:rPr lang="ko-KR" altLang="en-US" sz="1800" b="1" dirty="0" err="1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버그픽스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+ UX </a:t>
              </a:r>
              <a:r>
                <a:rPr lang="ko-KR" altLang="en-US" sz="1800" b="1" dirty="0">
                  <a:highlight>
                    <a:srgbClr val="FFFF00"/>
                  </a:highlight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다듬기</a:t>
              </a:r>
              <a:endParaRPr lang="en-US" altLang="ko-KR" sz="1800" b="1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30000"/>
                </a:lnSpc>
              </a:pPr>
              <a:r>
                <a:rPr lang="ko-KR" altLang="en-US" sz="1800" dirty="0"/>
                <a:t>🟩 </a:t>
              </a:r>
              <a:r>
                <a:rPr lang="ko-KR" altLang="en-US" sz="18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앱아이덴티티</a:t>
              </a:r>
              <a:r>
                <a:rPr lang="ko-KR" altLang="en-US" sz="18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확정</a:t>
              </a:r>
              <a:endPara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30000"/>
                </a:lnSpc>
              </a:pPr>
              <a:r>
                <a:rPr lang="ko-KR" altLang="en-US" sz="1800" dirty="0"/>
                <a:t>🟩 </a:t>
              </a:r>
              <a:r>
                <a:rPr lang="ko-KR" altLang="en-US" sz="18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온보딩</a:t>
              </a:r>
              <a:r>
                <a:rPr lang="ko-KR" altLang="en-US" sz="18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8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18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처음 켰을 때 화면</a:t>
              </a:r>
              <a:r>
                <a:rPr lang="en-US" altLang="ko-KR" sz="18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800" dirty="0"/>
                <a:t>🟩 </a:t>
              </a:r>
              <a:r>
                <a:rPr lang="ko-KR" altLang="en-US" sz="18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출시</a:t>
              </a:r>
              <a:endPara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E541F660-D36A-5557-E8E4-DAEB74E07258}"/>
                </a:ext>
              </a:extLst>
            </p:cNvPr>
            <p:cNvSpPr/>
            <p:nvPr/>
          </p:nvSpPr>
          <p:spPr>
            <a:xfrm>
              <a:off x="6126238" y="2501191"/>
              <a:ext cx="1251950" cy="72814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750A9E-9CE0-C94C-FDAC-3FA3BFA4DF4D}"/>
                </a:ext>
              </a:extLst>
            </p:cNvPr>
            <p:cNvSpPr txBox="1"/>
            <p:nvPr/>
          </p:nvSpPr>
          <p:spPr>
            <a:xfrm>
              <a:off x="7118622" y="443795"/>
              <a:ext cx="46682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4</a:t>
              </a:r>
              <a:r>
                <a:rPr lang="ko-KR" altLang="en-US" b="1" dirty="0"/>
                <a:t>주차 부족한 점 내역 </a:t>
              </a:r>
              <a:r>
                <a:rPr lang="en-US" altLang="ko-KR" b="1" dirty="0"/>
                <a:t>(</a:t>
              </a:r>
              <a:r>
                <a:rPr lang="ko-KR" altLang="en-US" b="1" dirty="0"/>
                <a:t>완료는 노란색 표시</a:t>
              </a:r>
              <a:r>
                <a:rPr lang="en-US" altLang="ko-KR" b="1" dirty="0"/>
                <a:t>)</a:t>
              </a:r>
              <a:endParaRPr lang="ko-KR" altLang="en-US" b="1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09B9837-B48B-A6CB-BC46-75BD792562BC}"/>
              </a:ext>
            </a:extLst>
          </p:cNvPr>
          <p:cNvGrpSpPr/>
          <p:nvPr/>
        </p:nvGrpSpPr>
        <p:grpSpPr>
          <a:xfrm>
            <a:off x="694481" y="4896777"/>
            <a:ext cx="5036956" cy="1624246"/>
            <a:chOff x="694481" y="4896777"/>
            <a:chExt cx="5036956" cy="162424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F9F3B38-3E1A-4327-350E-A17DF6009C65}"/>
                </a:ext>
              </a:extLst>
            </p:cNvPr>
            <p:cNvSpPr txBox="1"/>
            <p:nvPr/>
          </p:nvSpPr>
          <p:spPr>
            <a:xfrm>
              <a:off x="694481" y="4896777"/>
              <a:ext cx="22765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/>
                <a:t>진짜 </a:t>
              </a:r>
              <a:r>
                <a:rPr lang="ko-KR" altLang="en-US" b="1" dirty="0" err="1"/>
                <a:t>찐막</a:t>
              </a:r>
              <a:r>
                <a:rPr lang="ko-KR" altLang="en-US" b="1" dirty="0"/>
                <a:t> 기능 추가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91DF87-A8E5-1646-5112-ABEA9B6C9810}"/>
                </a:ext>
              </a:extLst>
            </p:cNvPr>
            <p:cNvSpPr txBox="1"/>
            <p:nvPr/>
          </p:nvSpPr>
          <p:spPr>
            <a:xfrm>
              <a:off x="694481" y="5354068"/>
              <a:ext cx="39581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AI </a:t>
              </a:r>
              <a:r>
                <a:rPr lang="ko-KR" altLang="en-US" dirty="0"/>
                <a:t>사용해서 아이콘이나 그림 채우기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9C3205-8A28-3412-7325-122326F7FD68}"/>
                </a:ext>
              </a:extLst>
            </p:cNvPr>
            <p:cNvSpPr txBox="1"/>
            <p:nvPr/>
          </p:nvSpPr>
          <p:spPr>
            <a:xfrm>
              <a:off x="694481" y="5723400"/>
              <a:ext cx="5036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AI </a:t>
              </a:r>
              <a:r>
                <a:rPr lang="ko-KR" altLang="en-US" dirty="0"/>
                <a:t>사용해서 </a:t>
              </a:r>
              <a:r>
                <a:rPr lang="ko-KR" altLang="en-US" dirty="0" err="1"/>
                <a:t>온보딩</a:t>
              </a:r>
              <a:r>
                <a:rPr lang="ko-KR" altLang="en-US" dirty="0"/>
                <a:t> 만들기 </a:t>
              </a:r>
              <a:r>
                <a:rPr lang="en-US" altLang="ko-KR" dirty="0"/>
                <a:t>(</a:t>
              </a:r>
              <a:r>
                <a:rPr lang="ko-KR" altLang="en-US" dirty="0"/>
                <a:t>처음 켰을 때 화면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27C9530-9C33-EE2B-B490-404806D2568D}"/>
                </a:ext>
              </a:extLst>
            </p:cNvPr>
            <p:cNvSpPr txBox="1"/>
            <p:nvPr/>
          </p:nvSpPr>
          <p:spPr>
            <a:xfrm>
              <a:off x="694481" y="6151691"/>
              <a:ext cx="3995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디자인적으로 많이 부족하다고 느낌</a:t>
              </a:r>
              <a:r>
                <a:rPr lang="en-US" altLang="ko-KR" dirty="0"/>
                <a:t>..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2338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293679-B05B-E029-8461-A5EA4242E782}"/>
              </a:ext>
            </a:extLst>
          </p:cNvPr>
          <p:cNvSpPr txBox="1"/>
          <p:nvPr/>
        </p:nvSpPr>
        <p:spPr>
          <a:xfrm>
            <a:off x="4459266" y="3231715"/>
            <a:ext cx="2635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나</a:t>
            </a:r>
            <a:r>
              <a:rPr lang="en-US" altLang="ko-KR" dirty="0"/>
              <a:t>… </a:t>
            </a:r>
            <a:r>
              <a:rPr lang="ko-KR" altLang="en-US" dirty="0"/>
              <a:t>출시 할 수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6545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8D3F02B208B0C40A0CA0BE9EF84BE67" ma:contentTypeVersion="8" ma:contentTypeDescription="새 문서를 만듭니다." ma:contentTypeScope="" ma:versionID="ba47261d44b8a5cfca4263fe4900d9fc">
  <xsd:schema xmlns:xsd="http://www.w3.org/2001/XMLSchema" xmlns:xs="http://www.w3.org/2001/XMLSchema" xmlns:p="http://schemas.microsoft.com/office/2006/metadata/properties" xmlns:ns3="6c038c0f-3aaf-4086-a7f1-42d2c4787326" targetNamespace="http://schemas.microsoft.com/office/2006/metadata/properties" ma:root="true" ma:fieldsID="7d48ec52a0641715eb377f526f7a987a" ns3:_="">
    <xsd:import namespace="6c038c0f-3aaf-4086-a7f1-42d2c47873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038c0f-3aaf-4086-a7f1-42d2c47873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ED9227-CF6B-4114-A7F7-7C06182D73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038c0f-3aaf-4086-a7f1-42d2c47873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690C1A-9BC9-4DF3-AAAC-C5125B3D65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6A0C76-C525-4958-AB84-9216631030FB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www.w3.org/XML/1998/namespace"/>
    <ds:schemaRef ds:uri="6c038c0f-3aaf-4086-a7f1-42d2c4787326"/>
    <ds:schemaRef ds:uri="http://purl.org/dc/elements/1.1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와이드스크린</PresentationFormat>
  <Paragraphs>25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Pretendard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김수영</dc:creator>
  <cp:lastModifiedBy>김수영</cp:lastModifiedBy>
  <cp:revision>1</cp:revision>
  <dcterms:created xsi:type="dcterms:W3CDTF">2026-05-12T14:45:25Z</dcterms:created>
  <dcterms:modified xsi:type="dcterms:W3CDTF">2026-05-12T14:46:00Z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0x010100E8D3F02B208B0C40A0CA0BE9EF84BE67</vt:lpwstr>
  </property>
</Properties>
</file>